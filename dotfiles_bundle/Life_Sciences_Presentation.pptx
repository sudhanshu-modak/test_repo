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77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Life Sciences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CF0F1"/>
                </a:solidFill>
              </a:rPr>
              <a:t>Exploring Biology and Living Systems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What is Life?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The science studying living organisms and their interactions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Encompasses multiple disciplines: biology, genetics, ecology, etc.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Explores how organisms function, grow, reproduce, and adapt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Examines relationships between organisms and their environments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Cellular Biology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Cell: The basic unit of life - all organisms composed of one or more cells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Prokaryotic cells: No nucleus (bacteria, archaea)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Eukaryotic cells: Contain nucleus and organelles (animals, plants, fungi)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Cell theory: All living things are made of cells; cells come from pre-existing cells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Cell Structure and Function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Nucleus: Contains DNA, controls cell activities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Mitochondria: Powerhouse of the cell, produces ATP energy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Chloroplasts: Found in plants, performs photosynthesis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Cell membrane: Controls what enters/exits the cell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Ribosomes: Synthesize proteins based on genetic instructions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Genetics and DNA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DNA: Deoxyribonucleic acid - carries genetic instructions for life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Genes: Segments of DNA that code for specific proteins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Chromosomes: Structures containing DNA and proteins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Heredity: Passing traits from parents to offspring through genes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Mutations: Changes in DNA sequence that create variation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Evolution and Natural Selection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Evolution: Process by which organisms change over time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Natural selection: Organisms with advantageous traits survive and reproduce more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Adaptation: Inherited traits that increase survival and reproduction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Speciation: Formation of new species from existing ones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Evidence: Fossil record, homologous structures, DNA similarities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Classification of Life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Kingdom: Broadest category (Animalia, Plantae, Fungi, Protista, Monera)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Phylum: Major body structure divisions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Class: Shared characteristics and evolutionary history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Order, Family, Genus, Species: Increasingly specific categories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Binomial nomenclature: Two-part scientific naming system (genus species)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Photosynthesis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Process: Plants convert light energy into chemical energy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Formula: 6CO2 + 6H2O + Light Energy → C6H12O6 + 6O2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Location: Occurs in chloroplasts of plant cells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Importance: Produces oxygen and glucose for plants and ecosystems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Light reactions vs. Calvin cycle: Two main stages of photosynthesis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Cellular Respiration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Process: Cells break down glucose to release stored energy as ATP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Formula: C6H12O6 + 6O2 → 6CO2 + 6H2O + Energy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Glycolysis: Glucose split into pyruvate in cytoplasm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Krebs cycle: Pyruvate broken down in mitochondria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Electron transport: Produces majority of ATP molecules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Ecology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Organism: Individual living thing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Population: Group of same species in one area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Community: Different populations living together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Ecosystem: Community plus physical environment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Biosphere: All ecosystems and living things on Earth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Food Chains and Energy Flow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Producers: Organisms that make their own food (plants)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Consumers: Organisms that eat other organisms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Decomposers: Break down dead matter (bacteria, fungi)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Energy pyramid: Only 10% energy transfers between trophic levels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Nutrient cycles: Carbon, nitrogen, phosphorus cycle through ecosystems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Homeostasis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Maintaining stable internal conditions despite external changes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Temperature regulation: Sweating, shivering, metabolism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pH balance: Buffers in blood maintain optimal pH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Water balance: Osmosis and kidney regulation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Feedback mechanisms: Negative feedback maintains balance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Human Body Systems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Circulatory: Heart, blood vessels, transports oxygen and nutrients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Respiratory: Lungs, trachea, exchanges gases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Digestive: Breaks down food and absorbs nutrients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Nervous: Brain, spinal cord, processes information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Endocrine: Hormonal regulation of body functions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Reproduction and Development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Asexual reproduction: Single organism produces offspring (cloning)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Sexual reproduction: Two organisms contribute genetic material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Meiosis: Creates sex cells with half chromosomes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Mitosis: Creates identical body cells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Embryonic development: Zygote develops into complex organism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Biotechnology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Genetic engineering: Modifying DNA for desired traits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CRISPR-Cas9: Tool for precise genetic editing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Gene therapy: Treating diseases by replacing faulty genes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Cloning: Creating identical organism copies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Applications: Medicine, agriculture, environmental remediation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77B4"/>
                </a:solidFill>
              </a:rPr>
              <a:t>Conservation and Biodiversity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45720"/>
          </a:xfrm>
          <a:prstGeom prst="rect">
            <a:avLst/>
          </a:prstGeom>
          <a:solidFill>
            <a:srgbClr val="FF7F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1887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Biodiversity: Variety of species and genetic material in ecosystems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965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Extinction threats: Habitat loss, climate change, pollution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74320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Conservation efforts: Protected areas, breeding programs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Invasive species: Non-native species harm ecosystems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42976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C3E50"/>
                </a:solidFill>
              </a:rPr>
              <a:t>Sustainable practices: Balance human needs with nature preservation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77B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</a:rPr>
              <a:t>The Future of Life Sciences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834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ECF0F1"/>
                </a:solidFill>
              </a:rPr>
              <a:t>Advancing our understanding of life and health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2026-09-02T10:27:26Z</dcterms:created>
  <dcterms:modified xsi:type="dcterms:W3CDTF">2026-09-02T10:27:26Z</dcterms:modified>
</cp:coreProperties>
</file>